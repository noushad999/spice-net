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417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45600" cy="1417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